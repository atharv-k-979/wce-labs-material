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8BBE-440F-41CE-AD2B-1A2FA6A05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5F09F-75E9-4934-87C8-080122F66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A7AA1-0281-4EE5-9993-03B754B5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01426-1185-406C-BA02-6DA3764A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15AF7-DC04-448D-93EE-ED880A6E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32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51E8-8138-432B-AAAD-F382F15B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D3537-044C-4BE1-84D3-BAD6CBE97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FBBD3-354B-49BE-80F3-8528F360E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FC966-4055-4FCF-9CF6-180A27C5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BF974-22D5-44E2-8E48-98D51526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9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CC956-EBC4-4110-863D-1F72178D8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6DD3C-395A-410D-93FD-169F4D6E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53CFF-6073-4E24-A168-5C946C24E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71A9-B8FD-46C8-86D2-987E4178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56AC7-8BE2-4BEF-9BAA-142EEBED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89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FD17-3A57-4676-87A3-732111D14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E423-6996-4E8A-8769-4CEE72313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A388B-3FED-4DD2-984F-7B874CDC3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280FB-050C-46AA-B95A-F648355B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AF673-79A3-4D84-9BA3-009DB566F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57E3D-48C2-428E-98A0-C6CB4BCF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91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D6B9-E713-440D-8F4C-23CC2B0CB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B913F-E14E-45CD-83BA-15E91A445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7AEAE-398D-485D-8102-D60DEED2A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DA726-32EC-41CE-8D1A-98311BA23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40045D-87BD-40CE-9D3F-591572947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73AE40-3182-412C-9891-5D599F53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045825-3593-4B73-B80F-17036B667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ACAFD-A286-4FAD-9C73-BDE74348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507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BC7B-5FA1-4F62-9DA6-238EDF62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3A166-2318-4531-8F12-DA7C6D99D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F36B5-CA09-4B09-BB24-7D818019E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8D0C4-7A86-46E4-A765-26EBBC58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735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C1284-BECD-42C4-BC61-B8D5FA2F2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03802-BD45-4947-905B-435E2AEC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3D285-7895-4643-99C1-5FA7B754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45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59168-78E7-4B16-8691-15342F08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361D-199E-4C9E-B5A3-7B30D593C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12409-7EB6-4B85-8B62-B80825BFF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6C57C-046D-4D28-B962-23397DC4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1532D-CBA4-4C87-9E35-851347892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93180-CAF9-4C33-AB73-DF9C0200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911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3CB-D6DC-48FA-BDF4-D9599569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2AE012-E796-4C23-9E1B-C461F9B98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A49F8-7B6B-4D11-BC93-7E0A520DE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B68A9-8ED6-4CF5-BC9F-BE233F1BF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D7549-1798-4A6E-B185-843D2471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2900E-49F1-40CF-A98D-E15EA55B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060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A811-DB1C-4C7A-BE66-97A95A8A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44F17-824A-43B3-8DE3-06E0E110A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C7EDB-9DB7-4D51-BDB3-5DA4465F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8989-23A6-40BD-A306-8CD0DBB17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C97CA-9710-4359-947A-D9B02AE5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60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34F897-327D-4DFB-A988-AB9B1BADC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78AA1-115E-4EE7-AD31-2725EDDAF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28FA1-0AC2-406F-821C-C98376EF8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C373-F0CA-40A9-BDC3-B1AA97FA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44D25-428B-406B-B7FA-C630B8D4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609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49F45-160A-4BFE-A8AE-B2CA3F419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CDFC2-188B-4D1D-B83E-E8E01A161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1E568-7143-437A-AA70-FF6DA2BDF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A1B0-45A9-4B27-B5D1-1789B8CCD9BA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D3A01-AE85-4CB4-8FBA-ACF6D6726A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C150D-724A-4D4B-86C1-0C7154C65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F94DA-1B8F-4A68-A795-BF412FCF03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02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6118824-0292-448F-85F6-1C4137173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4187" y="2363821"/>
            <a:ext cx="5983625" cy="1600200"/>
          </a:xfrm>
        </p:spPr>
        <p:txBody>
          <a:bodyPr>
            <a:noAutofit/>
          </a:bodyPr>
          <a:lstStyle/>
          <a:p>
            <a:r>
              <a:rPr lang="en-US" sz="7200" dirty="0">
                <a:latin typeface="Arial Black" panose="020B0A04020102020204" pitchFamily="34" charset="0"/>
              </a:rPr>
              <a:t>Inheritance</a:t>
            </a:r>
            <a:endParaRPr lang="en-IN" sz="7200" dirty="0"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BE8162-B31E-4C5E-8333-4AFCC4A11A0A}"/>
              </a:ext>
            </a:extLst>
          </p:cNvPr>
          <p:cNvSpPr txBox="1"/>
          <p:nvPr/>
        </p:nvSpPr>
        <p:spPr>
          <a:xfrm flipH="1">
            <a:off x="1358322" y="4298622"/>
            <a:ext cx="9475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 is possible to inherit attributes and methods from one class to another.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9684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72E798-CB5C-4659-A1F9-0DC010FDDBD2}"/>
              </a:ext>
            </a:extLst>
          </p:cNvPr>
          <p:cNvSpPr txBox="1"/>
          <p:nvPr/>
        </p:nvSpPr>
        <p:spPr>
          <a:xfrm>
            <a:off x="1960775" y="725864"/>
            <a:ext cx="6344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Types of Inheritance</a:t>
            </a:r>
            <a:endParaRPr lang="en-IN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72E90-C5DB-422F-9631-D3C51EEEBF77}"/>
              </a:ext>
            </a:extLst>
          </p:cNvPr>
          <p:cNvSpPr txBox="1"/>
          <p:nvPr/>
        </p:nvSpPr>
        <p:spPr>
          <a:xfrm>
            <a:off x="3638746" y="1772239"/>
            <a:ext cx="5957741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1. Single Inheritance</a:t>
            </a:r>
            <a:br>
              <a:rPr lang="en-US" sz="2800" dirty="0"/>
            </a:br>
            <a:r>
              <a:rPr lang="en-US" sz="2800" dirty="0"/>
              <a:t>2. Multiple Inheritance</a:t>
            </a:r>
            <a:br>
              <a:rPr lang="en-US" sz="2800" dirty="0"/>
            </a:br>
            <a:r>
              <a:rPr lang="en-US" sz="2800" dirty="0"/>
              <a:t>3. Multi level Inheritance</a:t>
            </a:r>
            <a:br>
              <a:rPr lang="en-US" sz="2800" dirty="0"/>
            </a:br>
            <a:r>
              <a:rPr lang="en-US" sz="2800" dirty="0"/>
              <a:t>4. Hybrid Inheritance</a:t>
            </a:r>
            <a:br>
              <a:rPr lang="en-US" sz="2800" dirty="0"/>
            </a:br>
            <a:r>
              <a:rPr lang="en-US" sz="2800" dirty="0"/>
              <a:t>5. Hierarchical Inheritance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61749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7DA4-62EE-414A-B8BD-7CE58365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Inheritance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2FA22B-3393-4179-B204-B458D2AF6A07}"/>
              </a:ext>
            </a:extLst>
          </p:cNvPr>
          <p:cNvSpPr/>
          <p:nvPr/>
        </p:nvSpPr>
        <p:spPr>
          <a:xfrm>
            <a:off x="2615838" y="3143445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Derived Class</a:t>
            </a:r>
            <a:endParaRPr lang="en-IN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9F07B3-5618-4CFA-8584-5A7F4B72EB70}"/>
              </a:ext>
            </a:extLst>
          </p:cNvPr>
          <p:cNvSpPr/>
          <p:nvPr/>
        </p:nvSpPr>
        <p:spPr>
          <a:xfrm>
            <a:off x="7822778" y="3143445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Base Class</a:t>
            </a:r>
            <a:endParaRPr lang="en-IN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3D4E4C-1042-4EB8-8E94-DCB6E6E7785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038021" y="1111454"/>
            <a:ext cx="2746291" cy="2031991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ABE949-3670-4415-A7E5-D39D1CD80BBB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3577372" y="1111454"/>
            <a:ext cx="2460649" cy="2031991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0E81D9E-2085-449C-80A6-A2478D890780}"/>
              </a:ext>
            </a:extLst>
          </p:cNvPr>
          <p:cNvSpPr txBox="1"/>
          <p:nvPr/>
        </p:nvSpPr>
        <p:spPr>
          <a:xfrm>
            <a:off x="1159498" y="5284881"/>
            <a:ext cx="81904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Derived Class (child) – the class that inherits from another class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Base Class (parent) – the class being inherited from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21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7DA4-62EE-414A-B8BD-7CE58365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Single Inheritance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2FA22B-3393-4179-B204-B458D2AF6A07}"/>
              </a:ext>
            </a:extLst>
          </p:cNvPr>
          <p:cNvSpPr/>
          <p:nvPr/>
        </p:nvSpPr>
        <p:spPr>
          <a:xfrm>
            <a:off x="5236490" y="1762067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A</a:t>
            </a:r>
            <a:endParaRPr lang="en-IN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9F07B3-5618-4CFA-8584-5A7F4B72EB70}"/>
              </a:ext>
            </a:extLst>
          </p:cNvPr>
          <p:cNvSpPr/>
          <p:nvPr/>
        </p:nvSpPr>
        <p:spPr>
          <a:xfrm>
            <a:off x="5236490" y="3793894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B</a:t>
            </a:r>
            <a:endParaRPr lang="en-IN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3D4E4C-1042-4EB8-8E94-DCB6E6E77853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6198024" y="2723602"/>
            <a:ext cx="9427" cy="1070292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47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E001-1E23-40B1-A712-508E1220FDB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Multiple Inheritance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E5746D-8F33-42C5-B237-33CD3DCB6FD6}"/>
              </a:ext>
            </a:extLst>
          </p:cNvPr>
          <p:cNvSpPr/>
          <p:nvPr/>
        </p:nvSpPr>
        <p:spPr>
          <a:xfrm>
            <a:off x="5265373" y="4354296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C</a:t>
            </a:r>
            <a:endParaRPr lang="en-IN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AD552A-7608-44B0-94EF-99AA38D5E2F7}"/>
              </a:ext>
            </a:extLst>
          </p:cNvPr>
          <p:cNvSpPr/>
          <p:nvPr/>
        </p:nvSpPr>
        <p:spPr>
          <a:xfrm>
            <a:off x="2960218" y="2034441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A</a:t>
            </a:r>
            <a:endParaRPr lang="en-IN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57383C-770D-4434-BC56-556E8AF2234B}"/>
              </a:ext>
            </a:extLst>
          </p:cNvPr>
          <p:cNvSpPr/>
          <p:nvPr/>
        </p:nvSpPr>
        <p:spPr>
          <a:xfrm>
            <a:off x="7551674" y="2034441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B</a:t>
            </a:r>
            <a:endParaRPr lang="en-IN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5B952E-C4B0-408A-B541-BCE8A26BA298}"/>
              </a:ext>
            </a:extLst>
          </p:cNvPr>
          <p:cNvCxnSpPr>
            <a:cxnSpLocks/>
            <a:stCxn id="3" idx="0"/>
            <a:endCxn id="5" idx="2"/>
          </p:cNvCxnSpPr>
          <p:nvPr/>
        </p:nvCxnSpPr>
        <p:spPr>
          <a:xfrm flipV="1">
            <a:off x="6226907" y="2977121"/>
            <a:ext cx="2286301" cy="1377175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B9C0F0-F1B9-43B0-BD2F-130314C8F8F4}"/>
              </a:ext>
            </a:extLst>
          </p:cNvPr>
          <p:cNvCxnSpPr>
            <a:cxnSpLocks/>
            <a:stCxn id="3" idx="0"/>
            <a:endCxn id="4" idx="2"/>
          </p:cNvCxnSpPr>
          <p:nvPr/>
        </p:nvCxnSpPr>
        <p:spPr>
          <a:xfrm flipH="1" flipV="1">
            <a:off x="3921752" y="2977121"/>
            <a:ext cx="2305155" cy="1377175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60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E001-1E23-40B1-A712-508E1220FDB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Multilevel Inheritance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E5746D-8F33-42C5-B237-33CD3DCB6FD6}"/>
              </a:ext>
            </a:extLst>
          </p:cNvPr>
          <p:cNvSpPr/>
          <p:nvPr/>
        </p:nvSpPr>
        <p:spPr>
          <a:xfrm>
            <a:off x="5265373" y="4947684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C</a:t>
            </a:r>
            <a:endParaRPr lang="en-IN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AD552A-7608-44B0-94EF-99AA38D5E2F7}"/>
              </a:ext>
            </a:extLst>
          </p:cNvPr>
          <p:cNvSpPr/>
          <p:nvPr/>
        </p:nvSpPr>
        <p:spPr>
          <a:xfrm>
            <a:off x="5265373" y="1561024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A</a:t>
            </a:r>
            <a:endParaRPr lang="en-IN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57383C-770D-4434-BC56-556E8AF2234B}"/>
              </a:ext>
            </a:extLst>
          </p:cNvPr>
          <p:cNvSpPr/>
          <p:nvPr/>
        </p:nvSpPr>
        <p:spPr>
          <a:xfrm>
            <a:off x="5265373" y="3254354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B</a:t>
            </a:r>
            <a:endParaRPr lang="en-IN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5B952E-C4B0-408A-B541-BCE8A26BA298}"/>
              </a:ext>
            </a:extLst>
          </p:cNvPr>
          <p:cNvCxnSpPr>
            <a:cxnSpLocks/>
          </p:cNvCxnSpPr>
          <p:nvPr/>
        </p:nvCxnSpPr>
        <p:spPr>
          <a:xfrm flipV="1">
            <a:off x="6226907" y="2535588"/>
            <a:ext cx="0" cy="718766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B9C0F0-F1B9-43B0-BD2F-130314C8F8F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6226907" y="4197036"/>
            <a:ext cx="0" cy="750648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399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A6F4-3E48-40B8-97B4-238BFE1853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Hybrid Inheritance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6BFBF8-96A9-473F-9BD9-4D4421955BB4}"/>
              </a:ext>
            </a:extLst>
          </p:cNvPr>
          <p:cNvSpPr/>
          <p:nvPr/>
        </p:nvSpPr>
        <p:spPr>
          <a:xfrm>
            <a:off x="5134464" y="1515383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A</a:t>
            </a:r>
            <a:endParaRPr lang="en-IN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35AD53-0AE2-4A21-87BC-A58C22A0D6FF}"/>
              </a:ext>
            </a:extLst>
          </p:cNvPr>
          <p:cNvSpPr/>
          <p:nvPr/>
        </p:nvSpPr>
        <p:spPr>
          <a:xfrm>
            <a:off x="2420384" y="3225438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B</a:t>
            </a:r>
            <a:endParaRPr lang="en-IN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6E4A04-4858-4DC4-A2D9-E905EB7C4BD5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6095998" y="4168118"/>
            <a:ext cx="2714084" cy="999196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591B9F8-10D0-4EA6-B8FB-70B18D595F38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3381918" y="4168118"/>
            <a:ext cx="2714084" cy="999196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1CCF12-B860-48F4-804C-A2ADC76DD19D}"/>
              </a:ext>
            </a:extLst>
          </p:cNvPr>
          <p:cNvSpPr/>
          <p:nvPr/>
        </p:nvSpPr>
        <p:spPr>
          <a:xfrm>
            <a:off x="7848548" y="3225438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C</a:t>
            </a:r>
            <a:endParaRPr lang="en-IN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F7DB2E-B9F9-4B9D-A92D-5C5805DA6510}"/>
              </a:ext>
            </a:extLst>
          </p:cNvPr>
          <p:cNvSpPr/>
          <p:nvPr/>
        </p:nvSpPr>
        <p:spPr>
          <a:xfrm>
            <a:off x="5134466" y="5167312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D</a:t>
            </a:r>
            <a:endParaRPr lang="en-IN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FA14B9-059B-4889-B809-99DB44EB55DD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V="1">
            <a:off x="3381918" y="2458063"/>
            <a:ext cx="2714080" cy="767375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17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A6F4-3E48-40B8-97B4-238BFE1853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Hierarchical Inheritance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66BFBF8-96A9-473F-9BD9-4D4421955BB4}"/>
              </a:ext>
            </a:extLst>
          </p:cNvPr>
          <p:cNvSpPr/>
          <p:nvPr/>
        </p:nvSpPr>
        <p:spPr>
          <a:xfrm>
            <a:off x="5134464" y="1515383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A</a:t>
            </a:r>
            <a:endParaRPr lang="en-IN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35AD53-0AE2-4A21-87BC-A58C22A0D6FF}"/>
              </a:ext>
            </a:extLst>
          </p:cNvPr>
          <p:cNvSpPr/>
          <p:nvPr/>
        </p:nvSpPr>
        <p:spPr>
          <a:xfrm>
            <a:off x="2420384" y="3225438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B</a:t>
            </a:r>
            <a:endParaRPr lang="en-IN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1CCF12-B860-48F4-804C-A2ADC76DD19D}"/>
              </a:ext>
            </a:extLst>
          </p:cNvPr>
          <p:cNvSpPr/>
          <p:nvPr/>
        </p:nvSpPr>
        <p:spPr>
          <a:xfrm>
            <a:off x="7848548" y="3225438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C</a:t>
            </a:r>
            <a:endParaRPr lang="en-IN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F7DB2E-B9F9-4B9D-A92D-5C5805DA6510}"/>
              </a:ext>
            </a:extLst>
          </p:cNvPr>
          <p:cNvSpPr/>
          <p:nvPr/>
        </p:nvSpPr>
        <p:spPr>
          <a:xfrm>
            <a:off x="784281" y="5231528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D</a:t>
            </a:r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8B8C01-9F69-41FD-909A-03EED33AA981}"/>
              </a:ext>
            </a:extLst>
          </p:cNvPr>
          <p:cNvSpPr/>
          <p:nvPr/>
        </p:nvSpPr>
        <p:spPr>
          <a:xfrm>
            <a:off x="3908897" y="5231528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E</a:t>
            </a:r>
            <a:endParaRPr lang="en-IN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C26BEF-4EB9-429F-8EDE-FCC496A02641}"/>
              </a:ext>
            </a:extLst>
          </p:cNvPr>
          <p:cNvSpPr/>
          <p:nvPr/>
        </p:nvSpPr>
        <p:spPr>
          <a:xfrm>
            <a:off x="6288932" y="5231528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F</a:t>
            </a:r>
            <a:endParaRPr lang="en-IN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191240-82B5-415F-B539-B9A931C1A065}"/>
              </a:ext>
            </a:extLst>
          </p:cNvPr>
          <p:cNvSpPr/>
          <p:nvPr/>
        </p:nvSpPr>
        <p:spPr>
          <a:xfrm>
            <a:off x="9359629" y="5231528"/>
            <a:ext cx="1923068" cy="94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 G</a:t>
            </a:r>
            <a:endParaRPr lang="en-IN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5BFCFD-FD57-4718-84A4-7F39CAD2940A}"/>
              </a:ext>
            </a:extLst>
          </p:cNvPr>
          <p:cNvCxnSpPr>
            <a:cxnSpLocks/>
          </p:cNvCxnSpPr>
          <p:nvPr/>
        </p:nvCxnSpPr>
        <p:spPr>
          <a:xfrm flipV="1">
            <a:off x="3381918" y="2458063"/>
            <a:ext cx="2714080" cy="767375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13AA2D-DF5E-4E1F-826A-B93F9358A239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578793" y="4168118"/>
            <a:ext cx="1803125" cy="1063412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2DE2BB-6488-4EC2-A5E3-FEE34F5E3CA7}"/>
              </a:ext>
            </a:extLst>
          </p:cNvPr>
          <p:cNvCxnSpPr>
            <a:cxnSpLocks/>
            <a:stCxn id="7" idx="0"/>
            <a:endCxn id="3" idx="2"/>
          </p:cNvCxnSpPr>
          <p:nvPr/>
        </p:nvCxnSpPr>
        <p:spPr>
          <a:xfrm flipH="1" flipV="1">
            <a:off x="6095998" y="2458063"/>
            <a:ext cx="2714084" cy="767375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47C28F-CDED-4AEF-AF77-E564EE56C7A2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3311449" y="4168118"/>
            <a:ext cx="1558982" cy="106341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39A037-663A-40AA-B8EF-30C992426EFB}"/>
              </a:ext>
            </a:extLst>
          </p:cNvPr>
          <p:cNvCxnSpPr>
            <a:cxnSpLocks/>
            <a:stCxn id="12" idx="0"/>
            <a:endCxn id="7" idx="2"/>
          </p:cNvCxnSpPr>
          <p:nvPr/>
        </p:nvCxnSpPr>
        <p:spPr>
          <a:xfrm flipV="1">
            <a:off x="7250466" y="4168118"/>
            <a:ext cx="1559616" cy="106341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B8794C-4166-44C4-BD5B-B624CF0D7549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792611" y="4168118"/>
            <a:ext cx="1528552" cy="1063410"/>
          </a:xfrm>
          <a:prstGeom prst="straightConnector1">
            <a:avLst/>
          </a:prstGeom>
          <a:ln w="508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288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127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Wingdings</vt:lpstr>
      <vt:lpstr>Office Theme</vt:lpstr>
      <vt:lpstr>Inheritance</vt:lpstr>
      <vt:lpstr>PowerPoint Presentation</vt:lpstr>
      <vt:lpstr>Inheritance </vt:lpstr>
      <vt:lpstr>Single Inheritance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Inheritance</dc:title>
  <dc:creator>HPW</dc:creator>
  <cp:lastModifiedBy>HPW</cp:lastModifiedBy>
  <cp:revision>13</cp:revision>
  <dcterms:created xsi:type="dcterms:W3CDTF">2025-09-10T00:22:50Z</dcterms:created>
  <dcterms:modified xsi:type="dcterms:W3CDTF">2025-09-10T03:05:51Z</dcterms:modified>
</cp:coreProperties>
</file>